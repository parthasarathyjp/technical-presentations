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44"/>
  </p:notesMasterIdLst>
  <p:handoutMasterIdLst>
    <p:handoutMasterId r:id="rId45"/>
  </p:handoutMasterIdLst>
  <p:sldIdLst>
    <p:sldId id="312" r:id="rId5"/>
    <p:sldId id="307" r:id="rId6"/>
    <p:sldId id="304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55" r:id="rId40"/>
    <p:sldId id="356" r:id="rId41"/>
    <p:sldId id="357" r:id="rId42"/>
    <p:sldId id="297" r:id="rId4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841E36-8F15-4475-8EAF-A0B0FA2A93A8}" v="38" dt="2026-02-23T11:25:11.732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asarathy V" userId="586d92bdc001db83" providerId="LiveId" clId="{C83F55F6-0850-423C-B258-9EA8AF5C4864}"/>
    <pc:docChg chg="undo custSel addSld delSld modSld sldOrd">
      <pc:chgData name="Parthasarathy V" userId="586d92bdc001db83" providerId="LiveId" clId="{C83F55F6-0850-423C-B258-9EA8AF5C4864}" dt="2026-02-23T11:26:21.320" v="256" actId="1076"/>
      <pc:docMkLst>
        <pc:docMk/>
      </pc:docMkLst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2952923800" sldId="281"/>
        </pc:sldMkLst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685681062" sldId="282"/>
        </pc:sldMkLst>
      </pc:sldChg>
      <pc:sldChg chg="modSp mod">
        <pc:chgData name="Parthasarathy V" userId="586d92bdc001db83" providerId="LiveId" clId="{C83F55F6-0850-423C-B258-9EA8AF5C4864}" dt="2026-02-23T11:15:33.477" v="226" actId="6549"/>
        <pc:sldMkLst>
          <pc:docMk/>
          <pc:sldMk cId="1973173046" sldId="297"/>
        </pc:sldMkLst>
        <pc:spChg chg="mod">
          <ac:chgData name="Parthasarathy V" userId="586d92bdc001db83" providerId="LiveId" clId="{C83F55F6-0850-423C-B258-9EA8AF5C4864}" dt="2026-02-23T11:15:33.477" v="226" actId="6549"/>
          <ac:spMkLst>
            <pc:docMk/>
            <pc:sldMk cId="1973173046" sldId="297"/>
            <ac:spMk id="3" creationId="{D8B5CEF2-E667-BBB5-2EA6-C06F93B6DE12}"/>
          </ac:spMkLst>
        </pc:spChg>
      </pc:sldChg>
      <pc:sldChg chg="addSp delSp mod">
        <pc:chgData name="Parthasarathy V" userId="586d92bdc001db83" providerId="LiveId" clId="{C83F55F6-0850-423C-B258-9EA8AF5C4864}" dt="2026-02-23T05:42:05.247" v="1" actId="22"/>
        <pc:sldMkLst>
          <pc:docMk/>
          <pc:sldMk cId="3913219759" sldId="304"/>
        </pc:sldMkLst>
        <pc:picChg chg="add del">
          <ac:chgData name="Parthasarathy V" userId="586d92bdc001db83" providerId="LiveId" clId="{C83F55F6-0850-423C-B258-9EA8AF5C4864}" dt="2026-02-23T05:42:05.247" v="1" actId="22"/>
          <ac:picMkLst>
            <pc:docMk/>
            <pc:sldMk cId="3913219759" sldId="304"/>
            <ac:picMk id="12" creationId="{331E3E63-6DF5-990B-2219-C823D1450C2F}"/>
          </ac:picMkLst>
        </pc:picChg>
      </pc:sldChg>
      <pc:sldChg chg="modSp mod ord">
        <pc:chgData name="Parthasarathy V" userId="586d92bdc001db83" providerId="LiveId" clId="{C83F55F6-0850-423C-B258-9EA8AF5C4864}" dt="2026-02-23T06:31:50.135" v="53"/>
        <pc:sldMkLst>
          <pc:docMk/>
          <pc:sldMk cId="2906491918" sldId="307"/>
        </pc:sldMkLst>
        <pc:spChg chg="mod">
          <ac:chgData name="Parthasarathy V" userId="586d92bdc001db83" providerId="LiveId" clId="{C83F55F6-0850-423C-B258-9EA8AF5C4864}" dt="2026-02-23T06:31:29.597" v="51" actId="20577"/>
          <ac:spMkLst>
            <pc:docMk/>
            <pc:sldMk cId="2906491918" sldId="307"/>
            <ac:spMk id="2" creationId="{D54EDA75-0988-2AC2-87F8-8DEC83A7B9CA}"/>
          </ac:spMkLst>
        </pc:spChg>
      </pc:sldChg>
      <pc:sldChg chg="modSp mod">
        <pc:chgData name="Parthasarathy V" userId="586d92bdc001db83" providerId="LiveId" clId="{C83F55F6-0850-423C-B258-9EA8AF5C4864}" dt="2026-02-23T06:45:50.562" v="109" actId="20577"/>
        <pc:sldMkLst>
          <pc:docMk/>
          <pc:sldMk cId="2202437675" sldId="312"/>
        </pc:sldMkLst>
        <pc:spChg chg="mod">
          <ac:chgData name="Parthasarathy V" userId="586d92bdc001db83" providerId="LiveId" clId="{C83F55F6-0850-423C-B258-9EA8AF5C4864}" dt="2026-02-23T06:45:50.562" v="109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1131718056" sldId="314"/>
        </pc:sldMkLst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2468595790" sldId="315"/>
        </pc:sldMkLst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1941619646" sldId="317"/>
        </pc:sldMkLst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4072101725" sldId="318"/>
        </pc:sldMkLst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3969996159" sldId="319"/>
        </pc:sldMkLst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2498021601" sldId="321"/>
        </pc:sldMkLst>
      </pc:sldChg>
      <pc:sldChg chg="del">
        <pc:chgData name="Parthasarathy V" userId="586d92bdc001db83" providerId="LiveId" clId="{C83F55F6-0850-423C-B258-9EA8AF5C4864}" dt="2026-02-23T11:14:57.380" v="169" actId="47"/>
        <pc:sldMkLst>
          <pc:docMk/>
          <pc:sldMk cId="1686213229" sldId="322"/>
        </pc:sldMkLst>
      </pc:sldChg>
      <pc:sldChg chg="addSp delSp modSp add mod">
        <pc:chgData name="Parthasarathy V" userId="586d92bdc001db83" providerId="LiveId" clId="{C83F55F6-0850-423C-B258-9EA8AF5C4864}" dt="2026-02-23T05:43:19.751" v="5" actId="1076"/>
        <pc:sldMkLst>
          <pc:docMk/>
          <pc:sldMk cId="2093488832" sldId="323"/>
        </pc:sldMkLst>
        <pc:picChg chg="add mod">
          <ac:chgData name="Parthasarathy V" userId="586d92bdc001db83" providerId="LiveId" clId="{C83F55F6-0850-423C-B258-9EA8AF5C4864}" dt="2026-02-23T05:43:19.751" v="5" actId="1076"/>
          <ac:picMkLst>
            <pc:docMk/>
            <pc:sldMk cId="2093488832" sldId="323"/>
            <ac:picMk id="3" creationId="{649B0CD5-BFBB-DFEE-9275-39432746F05D}"/>
          </ac:picMkLst>
        </pc:picChg>
        <pc:picChg chg="del">
          <ac:chgData name="Parthasarathy V" userId="586d92bdc001db83" providerId="LiveId" clId="{C83F55F6-0850-423C-B258-9EA8AF5C4864}" dt="2026-02-23T05:43:14.005" v="3" actId="478"/>
          <ac:picMkLst>
            <pc:docMk/>
            <pc:sldMk cId="2093488832" sldId="323"/>
            <ac:picMk id="10" creationId="{C6F26DAF-E88C-78FB-8EE1-FC406BD5247C}"/>
          </ac:picMkLst>
        </pc:picChg>
      </pc:sldChg>
      <pc:sldChg chg="addSp delSp modSp add mod">
        <pc:chgData name="Parthasarathy V" userId="586d92bdc001db83" providerId="LiveId" clId="{C83F55F6-0850-423C-B258-9EA8AF5C4864}" dt="2026-02-23T05:44:02.635" v="9" actId="1076"/>
        <pc:sldMkLst>
          <pc:docMk/>
          <pc:sldMk cId="1051502926" sldId="324"/>
        </pc:sldMkLst>
        <pc:picChg chg="del">
          <ac:chgData name="Parthasarathy V" userId="586d92bdc001db83" providerId="LiveId" clId="{C83F55F6-0850-423C-B258-9EA8AF5C4864}" dt="2026-02-23T05:43:31.950" v="7" actId="478"/>
          <ac:picMkLst>
            <pc:docMk/>
            <pc:sldMk cId="1051502926" sldId="324"/>
            <ac:picMk id="3" creationId="{0E22FCD8-BAE1-B0B3-D1AE-5E77EE294A0D}"/>
          </ac:picMkLst>
        </pc:picChg>
        <pc:picChg chg="add mod">
          <ac:chgData name="Parthasarathy V" userId="586d92bdc001db83" providerId="LiveId" clId="{C83F55F6-0850-423C-B258-9EA8AF5C4864}" dt="2026-02-23T05:44:02.635" v="9" actId="1076"/>
          <ac:picMkLst>
            <pc:docMk/>
            <pc:sldMk cId="1051502926" sldId="324"/>
            <ac:picMk id="5" creationId="{45648D25-7514-9526-CF76-B0200EDDFA21}"/>
          </ac:picMkLst>
        </pc:picChg>
      </pc:sldChg>
      <pc:sldChg chg="addSp delSp modSp add mod">
        <pc:chgData name="Parthasarathy V" userId="586d92bdc001db83" providerId="LiveId" clId="{C83F55F6-0850-423C-B258-9EA8AF5C4864}" dt="2026-02-23T05:50:29.752" v="13" actId="1076"/>
        <pc:sldMkLst>
          <pc:docMk/>
          <pc:sldMk cId="211168999" sldId="325"/>
        </pc:sldMkLst>
        <pc:picChg chg="add mod">
          <ac:chgData name="Parthasarathy V" userId="586d92bdc001db83" providerId="LiveId" clId="{C83F55F6-0850-423C-B258-9EA8AF5C4864}" dt="2026-02-23T05:50:29.752" v="13" actId="1076"/>
          <ac:picMkLst>
            <pc:docMk/>
            <pc:sldMk cId="211168999" sldId="325"/>
            <ac:picMk id="3" creationId="{133AE7B5-3E22-3225-94D2-F1C4E95FE4D8}"/>
          </ac:picMkLst>
        </pc:picChg>
        <pc:picChg chg="del">
          <ac:chgData name="Parthasarathy V" userId="586d92bdc001db83" providerId="LiveId" clId="{C83F55F6-0850-423C-B258-9EA8AF5C4864}" dt="2026-02-23T05:50:23.432" v="11" actId="478"/>
          <ac:picMkLst>
            <pc:docMk/>
            <pc:sldMk cId="211168999" sldId="325"/>
            <ac:picMk id="5" creationId="{1471B1F6-7157-71E9-633B-32627A3816CD}"/>
          </ac:picMkLst>
        </pc:picChg>
      </pc:sldChg>
      <pc:sldChg chg="addSp delSp modSp add mod">
        <pc:chgData name="Parthasarathy V" userId="586d92bdc001db83" providerId="LiveId" clId="{C83F55F6-0850-423C-B258-9EA8AF5C4864}" dt="2026-02-23T05:51:47.954" v="17" actId="1076"/>
        <pc:sldMkLst>
          <pc:docMk/>
          <pc:sldMk cId="4029868631" sldId="326"/>
        </pc:sldMkLst>
        <pc:picChg chg="del">
          <ac:chgData name="Parthasarathy V" userId="586d92bdc001db83" providerId="LiveId" clId="{C83F55F6-0850-423C-B258-9EA8AF5C4864}" dt="2026-02-23T05:50:40.236" v="15" actId="478"/>
          <ac:picMkLst>
            <pc:docMk/>
            <pc:sldMk cId="4029868631" sldId="326"/>
            <ac:picMk id="3" creationId="{F1E7826A-F730-FDDC-3F7F-97E428A704CD}"/>
          </ac:picMkLst>
        </pc:picChg>
        <pc:picChg chg="add mod">
          <ac:chgData name="Parthasarathy V" userId="586d92bdc001db83" providerId="LiveId" clId="{C83F55F6-0850-423C-B258-9EA8AF5C4864}" dt="2026-02-23T05:51:47.954" v="17" actId="1076"/>
          <ac:picMkLst>
            <pc:docMk/>
            <pc:sldMk cId="4029868631" sldId="326"/>
            <ac:picMk id="5" creationId="{49A0B7DA-E144-C01B-8A29-81C635726DF4}"/>
          </ac:picMkLst>
        </pc:picChg>
      </pc:sldChg>
      <pc:sldChg chg="addSp delSp modSp add mod">
        <pc:chgData name="Parthasarathy V" userId="586d92bdc001db83" providerId="LiveId" clId="{C83F55F6-0850-423C-B258-9EA8AF5C4864}" dt="2026-02-23T05:53:00.861" v="21" actId="1076"/>
        <pc:sldMkLst>
          <pc:docMk/>
          <pc:sldMk cId="270532382" sldId="327"/>
        </pc:sldMkLst>
        <pc:picChg chg="add mod">
          <ac:chgData name="Parthasarathy V" userId="586d92bdc001db83" providerId="LiveId" clId="{C83F55F6-0850-423C-B258-9EA8AF5C4864}" dt="2026-02-23T05:53:00.861" v="21" actId="1076"/>
          <ac:picMkLst>
            <pc:docMk/>
            <pc:sldMk cId="270532382" sldId="327"/>
            <ac:picMk id="3" creationId="{0D423CC3-8EEE-6BDE-1754-873CCF7F0E4C}"/>
          </ac:picMkLst>
        </pc:picChg>
        <pc:picChg chg="del">
          <ac:chgData name="Parthasarathy V" userId="586d92bdc001db83" providerId="LiveId" clId="{C83F55F6-0850-423C-B258-9EA8AF5C4864}" dt="2026-02-23T05:52:55.472" v="19" actId="478"/>
          <ac:picMkLst>
            <pc:docMk/>
            <pc:sldMk cId="270532382" sldId="327"/>
            <ac:picMk id="5" creationId="{9BE21646-2B6D-18B7-94F3-2779CBD15B01}"/>
          </ac:picMkLst>
        </pc:picChg>
      </pc:sldChg>
      <pc:sldChg chg="addSp delSp modSp add mod">
        <pc:chgData name="Parthasarathy V" userId="586d92bdc001db83" providerId="LiveId" clId="{C83F55F6-0850-423C-B258-9EA8AF5C4864}" dt="2026-02-23T06:10:38.854" v="25" actId="1076"/>
        <pc:sldMkLst>
          <pc:docMk/>
          <pc:sldMk cId="3312929582" sldId="328"/>
        </pc:sldMkLst>
        <pc:picChg chg="del">
          <ac:chgData name="Parthasarathy V" userId="586d92bdc001db83" providerId="LiveId" clId="{C83F55F6-0850-423C-B258-9EA8AF5C4864}" dt="2026-02-23T06:03:41.262" v="23" actId="478"/>
          <ac:picMkLst>
            <pc:docMk/>
            <pc:sldMk cId="3312929582" sldId="328"/>
            <ac:picMk id="3" creationId="{538F6B8E-3786-C990-357D-7C0A9A7488A7}"/>
          </ac:picMkLst>
        </pc:picChg>
        <pc:picChg chg="add mod">
          <ac:chgData name="Parthasarathy V" userId="586d92bdc001db83" providerId="LiveId" clId="{C83F55F6-0850-423C-B258-9EA8AF5C4864}" dt="2026-02-23T06:10:38.854" v="25" actId="1076"/>
          <ac:picMkLst>
            <pc:docMk/>
            <pc:sldMk cId="3312929582" sldId="328"/>
            <ac:picMk id="5" creationId="{2AD33C61-CEE9-9C9D-F59D-C8487D8DCC84}"/>
          </ac:picMkLst>
        </pc:picChg>
      </pc:sldChg>
      <pc:sldChg chg="addSp delSp modSp add mod">
        <pc:chgData name="Parthasarathy V" userId="586d92bdc001db83" providerId="LiveId" clId="{C83F55F6-0850-423C-B258-9EA8AF5C4864}" dt="2026-02-23T06:12:30.424" v="33" actId="1076"/>
        <pc:sldMkLst>
          <pc:docMk/>
          <pc:sldMk cId="3304985989" sldId="329"/>
        </pc:sldMkLst>
        <pc:picChg chg="add mod">
          <ac:chgData name="Parthasarathy V" userId="586d92bdc001db83" providerId="LiveId" clId="{C83F55F6-0850-423C-B258-9EA8AF5C4864}" dt="2026-02-23T06:11:50.284" v="30" actId="1076"/>
          <ac:picMkLst>
            <pc:docMk/>
            <pc:sldMk cId="3304985989" sldId="329"/>
            <ac:picMk id="3" creationId="{0B35B7A3-ECF7-4104-78A4-E2CBC8903A40}"/>
          </ac:picMkLst>
        </pc:picChg>
        <pc:picChg chg="del">
          <ac:chgData name="Parthasarathy V" userId="586d92bdc001db83" providerId="LiveId" clId="{C83F55F6-0850-423C-B258-9EA8AF5C4864}" dt="2026-02-23T06:10:48.077" v="27" actId="478"/>
          <ac:picMkLst>
            <pc:docMk/>
            <pc:sldMk cId="3304985989" sldId="329"/>
            <ac:picMk id="5" creationId="{F823F139-4F95-E9D9-7686-67B73D0505AB}"/>
          </ac:picMkLst>
        </pc:picChg>
        <pc:picChg chg="add mod">
          <ac:chgData name="Parthasarathy V" userId="586d92bdc001db83" providerId="LiveId" clId="{C83F55F6-0850-423C-B258-9EA8AF5C4864}" dt="2026-02-23T06:12:30.424" v="33" actId="1076"/>
          <ac:picMkLst>
            <pc:docMk/>
            <pc:sldMk cId="3304985989" sldId="329"/>
            <ac:picMk id="7" creationId="{AE0D0393-7E47-7D28-855F-A83277C0CCEA}"/>
          </ac:picMkLst>
        </pc:picChg>
      </pc:sldChg>
      <pc:sldChg chg="modSp add mod">
        <pc:chgData name="Parthasarathy V" userId="586d92bdc001db83" providerId="LiveId" clId="{C83F55F6-0850-423C-B258-9EA8AF5C4864}" dt="2026-02-23T06:32:42.758" v="87" actId="20577"/>
        <pc:sldMkLst>
          <pc:docMk/>
          <pc:sldMk cId="544660420" sldId="330"/>
        </pc:sldMkLst>
        <pc:spChg chg="mod">
          <ac:chgData name="Parthasarathy V" userId="586d92bdc001db83" providerId="LiveId" clId="{C83F55F6-0850-423C-B258-9EA8AF5C4864}" dt="2026-02-23T06:32:42.758" v="87" actId="20577"/>
          <ac:spMkLst>
            <pc:docMk/>
            <pc:sldMk cId="544660420" sldId="330"/>
            <ac:spMk id="2" creationId="{F5D4E003-F8AA-8A63-7ECE-47242FC017CA}"/>
          </ac:spMkLst>
        </pc:spChg>
      </pc:sldChg>
      <pc:sldChg chg="addSp delSp modSp add mod">
        <pc:chgData name="Parthasarathy V" userId="586d92bdc001db83" providerId="LiveId" clId="{C83F55F6-0850-423C-B258-9EA8AF5C4864}" dt="2026-02-23T06:36:24.405" v="94" actId="478"/>
        <pc:sldMkLst>
          <pc:docMk/>
          <pc:sldMk cId="1958143681" sldId="331"/>
        </pc:sldMkLst>
        <pc:picChg chg="del">
          <ac:chgData name="Parthasarathy V" userId="586d92bdc001db83" providerId="LiveId" clId="{C83F55F6-0850-423C-B258-9EA8AF5C4864}" dt="2026-02-23T06:32:53.681" v="89" actId="478"/>
          <ac:picMkLst>
            <pc:docMk/>
            <pc:sldMk cId="1958143681" sldId="331"/>
            <ac:picMk id="3" creationId="{229601DF-0E41-A311-28B3-F5AAD8789BEB}"/>
          </ac:picMkLst>
        </pc:picChg>
        <pc:picChg chg="add mod">
          <ac:chgData name="Parthasarathy V" userId="586d92bdc001db83" providerId="LiveId" clId="{C83F55F6-0850-423C-B258-9EA8AF5C4864}" dt="2026-02-23T06:36:10.154" v="92" actId="1076"/>
          <ac:picMkLst>
            <pc:docMk/>
            <pc:sldMk cId="1958143681" sldId="331"/>
            <ac:picMk id="5" creationId="{40E9279D-58DF-3CE5-0942-30A4A01867A1}"/>
          </ac:picMkLst>
        </pc:picChg>
        <pc:picChg chg="add del mod">
          <ac:chgData name="Parthasarathy V" userId="586d92bdc001db83" providerId="LiveId" clId="{C83F55F6-0850-423C-B258-9EA8AF5C4864}" dt="2026-02-23T06:36:24.405" v="94" actId="478"/>
          <ac:picMkLst>
            <pc:docMk/>
            <pc:sldMk cId="1958143681" sldId="331"/>
            <ac:picMk id="6" creationId="{79FD5B9B-2714-781D-BBB2-DB1D50988C4E}"/>
          </ac:picMkLst>
        </pc:picChg>
        <pc:picChg chg="del">
          <ac:chgData name="Parthasarathy V" userId="586d92bdc001db83" providerId="LiveId" clId="{C83F55F6-0850-423C-B258-9EA8AF5C4864}" dt="2026-02-23T06:32:56.110" v="90" actId="478"/>
          <ac:picMkLst>
            <pc:docMk/>
            <pc:sldMk cId="1958143681" sldId="331"/>
            <ac:picMk id="7" creationId="{D04CEED3-C114-9072-579C-DA8D1D0BC8E9}"/>
          </ac:picMkLst>
        </pc:picChg>
      </pc:sldChg>
      <pc:sldChg chg="addSp delSp modSp add mod">
        <pc:chgData name="Parthasarathy V" userId="586d92bdc001db83" providerId="LiveId" clId="{C83F55F6-0850-423C-B258-9EA8AF5C4864}" dt="2026-02-23T06:37:08.740" v="99" actId="1076"/>
        <pc:sldMkLst>
          <pc:docMk/>
          <pc:sldMk cId="4203104084" sldId="332"/>
        </pc:sldMkLst>
        <pc:picChg chg="add mod">
          <ac:chgData name="Parthasarathy V" userId="586d92bdc001db83" providerId="LiveId" clId="{C83F55F6-0850-423C-B258-9EA8AF5C4864}" dt="2026-02-23T06:37:08.740" v="99" actId="1076"/>
          <ac:picMkLst>
            <pc:docMk/>
            <pc:sldMk cId="4203104084" sldId="332"/>
            <ac:picMk id="3" creationId="{115FE05B-6C3E-DC5D-623B-8284D241965D}"/>
          </ac:picMkLst>
        </pc:picChg>
        <pc:picChg chg="del">
          <ac:chgData name="Parthasarathy V" userId="586d92bdc001db83" providerId="LiveId" clId="{C83F55F6-0850-423C-B258-9EA8AF5C4864}" dt="2026-02-23T06:37:04.089" v="97" actId="478"/>
          <ac:picMkLst>
            <pc:docMk/>
            <pc:sldMk cId="4203104084" sldId="332"/>
            <ac:picMk id="5" creationId="{11DA3757-500F-6C70-C189-0C27B10FFE98}"/>
          </ac:picMkLst>
        </pc:picChg>
      </pc:sldChg>
      <pc:sldChg chg="addSp delSp modSp add mod">
        <pc:chgData name="Parthasarathy V" userId="586d92bdc001db83" providerId="LiveId" clId="{C83F55F6-0850-423C-B258-9EA8AF5C4864}" dt="2026-02-23T06:37:36.015" v="102" actId="1076"/>
        <pc:sldMkLst>
          <pc:docMk/>
          <pc:sldMk cId="1240895636" sldId="333"/>
        </pc:sldMkLst>
        <pc:picChg chg="add mod">
          <ac:chgData name="Parthasarathy V" userId="586d92bdc001db83" providerId="LiveId" clId="{C83F55F6-0850-423C-B258-9EA8AF5C4864}" dt="2026-02-23T06:37:36.015" v="102" actId="1076"/>
          <ac:picMkLst>
            <pc:docMk/>
            <pc:sldMk cId="1240895636" sldId="333"/>
            <ac:picMk id="3" creationId="{9903C532-0079-52B6-3E28-C1738B4806EE}"/>
          </ac:picMkLst>
        </pc:picChg>
        <pc:picChg chg="del">
          <ac:chgData name="Parthasarathy V" userId="586d92bdc001db83" providerId="LiveId" clId="{C83F55F6-0850-423C-B258-9EA8AF5C4864}" dt="2026-02-23T06:37:31.723" v="100" actId="478"/>
          <ac:picMkLst>
            <pc:docMk/>
            <pc:sldMk cId="1240895636" sldId="333"/>
            <ac:picMk id="5" creationId="{4B010ED0-D003-0A46-1DBE-057439B911E3}"/>
          </ac:picMkLst>
        </pc:picChg>
      </pc:sldChg>
      <pc:sldChg chg="add">
        <pc:chgData name="Parthasarathy V" userId="586d92bdc001db83" providerId="LiveId" clId="{C83F55F6-0850-423C-B258-9EA8AF5C4864}" dt="2026-02-23T06:38:17.013" v="103"/>
        <pc:sldMkLst>
          <pc:docMk/>
          <pc:sldMk cId="3905287541" sldId="334"/>
        </pc:sldMkLst>
      </pc:sldChg>
      <pc:sldChg chg="addSp delSp modSp add mod ord">
        <pc:chgData name="Parthasarathy V" userId="586d92bdc001db83" providerId="LiveId" clId="{C83F55F6-0850-423C-B258-9EA8AF5C4864}" dt="2026-02-23T09:16:43.995" v="115" actId="1076"/>
        <pc:sldMkLst>
          <pc:docMk/>
          <pc:sldMk cId="2484866012" sldId="335"/>
        </pc:sldMkLst>
        <pc:picChg chg="del">
          <ac:chgData name="Parthasarathy V" userId="586d92bdc001db83" providerId="LiveId" clId="{C83F55F6-0850-423C-B258-9EA8AF5C4864}" dt="2026-02-23T09:16:36.155" v="113" actId="478"/>
          <ac:picMkLst>
            <pc:docMk/>
            <pc:sldMk cId="2484866012" sldId="335"/>
            <ac:picMk id="3" creationId="{50195D75-E1FF-272D-06C2-3DBE641C0594}"/>
          </ac:picMkLst>
        </pc:picChg>
        <pc:picChg chg="add mod">
          <ac:chgData name="Parthasarathy V" userId="586d92bdc001db83" providerId="LiveId" clId="{C83F55F6-0850-423C-B258-9EA8AF5C4864}" dt="2026-02-23T09:16:43.995" v="115" actId="1076"/>
          <ac:picMkLst>
            <pc:docMk/>
            <pc:sldMk cId="2484866012" sldId="335"/>
            <ac:picMk id="5" creationId="{80309154-5001-B716-D3C3-F0921625939E}"/>
          </ac:picMkLst>
        </pc:picChg>
      </pc:sldChg>
      <pc:sldChg chg="addSp delSp modSp add mod">
        <pc:chgData name="Parthasarathy V" userId="586d92bdc001db83" providerId="LiveId" clId="{C83F55F6-0850-423C-B258-9EA8AF5C4864}" dt="2026-02-23T09:18:03.218" v="121" actId="22"/>
        <pc:sldMkLst>
          <pc:docMk/>
          <pc:sldMk cId="3443662241" sldId="336"/>
        </pc:sldMkLst>
        <pc:picChg chg="add mod">
          <ac:chgData name="Parthasarathy V" userId="586d92bdc001db83" providerId="LiveId" clId="{C83F55F6-0850-423C-B258-9EA8AF5C4864}" dt="2026-02-23T09:17:19.399" v="119" actId="1076"/>
          <ac:picMkLst>
            <pc:docMk/>
            <pc:sldMk cId="3443662241" sldId="336"/>
            <ac:picMk id="3" creationId="{35251764-B1B7-812B-35F5-57B812802083}"/>
          </ac:picMkLst>
        </pc:picChg>
        <pc:picChg chg="del">
          <ac:chgData name="Parthasarathy V" userId="586d92bdc001db83" providerId="LiveId" clId="{C83F55F6-0850-423C-B258-9EA8AF5C4864}" dt="2026-02-23T09:17:14.866" v="117" actId="478"/>
          <ac:picMkLst>
            <pc:docMk/>
            <pc:sldMk cId="3443662241" sldId="336"/>
            <ac:picMk id="5" creationId="{56E21AFF-3AC8-EB95-3A4F-A342A242A6D5}"/>
          </ac:picMkLst>
        </pc:picChg>
        <pc:picChg chg="add del">
          <ac:chgData name="Parthasarathy V" userId="586d92bdc001db83" providerId="LiveId" clId="{C83F55F6-0850-423C-B258-9EA8AF5C4864}" dt="2026-02-23T09:18:03.218" v="121" actId="22"/>
          <ac:picMkLst>
            <pc:docMk/>
            <pc:sldMk cId="3443662241" sldId="336"/>
            <ac:picMk id="7" creationId="{24A7D8D4-FE8F-CB71-B9A8-8C9DCAFAE380}"/>
          </ac:picMkLst>
        </pc:picChg>
      </pc:sldChg>
      <pc:sldChg chg="addSp delSp modSp add mod">
        <pc:chgData name="Parthasarathy V" userId="586d92bdc001db83" providerId="LiveId" clId="{C83F55F6-0850-423C-B258-9EA8AF5C4864}" dt="2026-02-23T09:18:41.184" v="125" actId="1076"/>
        <pc:sldMkLst>
          <pc:docMk/>
          <pc:sldMk cId="3781170897" sldId="337"/>
        </pc:sldMkLst>
        <pc:picChg chg="del">
          <ac:chgData name="Parthasarathy V" userId="586d92bdc001db83" providerId="LiveId" clId="{C83F55F6-0850-423C-B258-9EA8AF5C4864}" dt="2026-02-23T09:18:14.102" v="123" actId="478"/>
          <ac:picMkLst>
            <pc:docMk/>
            <pc:sldMk cId="3781170897" sldId="337"/>
            <ac:picMk id="3" creationId="{8DD5CFCB-6E17-F284-0D34-B0016EC878BD}"/>
          </ac:picMkLst>
        </pc:picChg>
        <pc:picChg chg="add mod">
          <ac:chgData name="Parthasarathy V" userId="586d92bdc001db83" providerId="LiveId" clId="{C83F55F6-0850-423C-B258-9EA8AF5C4864}" dt="2026-02-23T09:18:41.184" v="125" actId="1076"/>
          <ac:picMkLst>
            <pc:docMk/>
            <pc:sldMk cId="3781170897" sldId="337"/>
            <ac:picMk id="5" creationId="{B594D059-80C6-0D80-C008-1B0EFC4B86DA}"/>
          </ac:picMkLst>
        </pc:picChg>
      </pc:sldChg>
      <pc:sldChg chg="modSp add">
        <pc:chgData name="Parthasarathy V" userId="586d92bdc001db83" providerId="LiveId" clId="{C83F55F6-0850-423C-B258-9EA8AF5C4864}" dt="2026-02-23T09:25:54.661" v="127"/>
        <pc:sldMkLst>
          <pc:docMk/>
          <pc:sldMk cId="685386851" sldId="338"/>
        </pc:sldMkLst>
        <pc:spChg chg="mod">
          <ac:chgData name="Parthasarathy V" userId="586d92bdc001db83" providerId="LiveId" clId="{C83F55F6-0850-423C-B258-9EA8AF5C4864}" dt="2026-02-23T09:25:54.661" v="127"/>
          <ac:spMkLst>
            <pc:docMk/>
            <pc:sldMk cId="685386851" sldId="338"/>
            <ac:spMk id="2" creationId="{9DB55F8C-9DF6-F372-DEFA-24E99625D64A}"/>
          </ac:spMkLst>
        </pc:spChg>
      </pc:sldChg>
      <pc:sldChg chg="addSp delSp modSp add mod">
        <pc:chgData name="Parthasarathy V" userId="586d92bdc001db83" providerId="LiveId" clId="{C83F55F6-0850-423C-B258-9EA8AF5C4864}" dt="2026-02-23T09:26:30.885" v="131" actId="1076"/>
        <pc:sldMkLst>
          <pc:docMk/>
          <pc:sldMk cId="2068227858" sldId="339"/>
        </pc:sldMkLst>
        <pc:picChg chg="add mod">
          <ac:chgData name="Parthasarathy V" userId="586d92bdc001db83" providerId="LiveId" clId="{C83F55F6-0850-423C-B258-9EA8AF5C4864}" dt="2026-02-23T09:26:30.885" v="131" actId="1076"/>
          <ac:picMkLst>
            <pc:docMk/>
            <pc:sldMk cId="2068227858" sldId="339"/>
            <ac:picMk id="3" creationId="{E25F8903-CE5E-C2E8-811E-6F488B0210B8}"/>
          </ac:picMkLst>
        </pc:picChg>
        <pc:picChg chg="del">
          <ac:chgData name="Parthasarathy V" userId="586d92bdc001db83" providerId="LiveId" clId="{C83F55F6-0850-423C-B258-9EA8AF5C4864}" dt="2026-02-23T09:26:23.948" v="129" actId="478"/>
          <ac:picMkLst>
            <pc:docMk/>
            <pc:sldMk cId="2068227858" sldId="339"/>
            <ac:picMk id="5" creationId="{9360E933-8064-A34C-A5C5-48163DC94A61}"/>
          </ac:picMkLst>
        </pc:picChg>
      </pc:sldChg>
      <pc:sldChg chg="addSp delSp modSp add mod">
        <pc:chgData name="Parthasarathy V" userId="586d92bdc001db83" providerId="LiveId" clId="{C83F55F6-0850-423C-B258-9EA8AF5C4864}" dt="2026-02-23T09:27:58.331" v="137" actId="1076"/>
        <pc:sldMkLst>
          <pc:docMk/>
          <pc:sldMk cId="835709356" sldId="340"/>
        </pc:sldMkLst>
        <pc:picChg chg="del">
          <ac:chgData name="Parthasarathy V" userId="586d92bdc001db83" providerId="LiveId" clId="{C83F55F6-0850-423C-B258-9EA8AF5C4864}" dt="2026-02-23T09:27:22.022" v="133" actId="478"/>
          <ac:picMkLst>
            <pc:docMk/>
            <pc:sldMk cId="835709356" sldId="340"/>
            <ac:picMk id="3" creationId="{D7B9C5E4-47FF-517C-855B-9BDB1859A204}"/>
          </ac:picMkLst>
        </pc:picChg>
        <pc:picChg chg="add mod">
          <ac:chgData name="Parthasarathy V" userId="586d92bdc001db83" providerId="LiveId" clId="{C83F55F6-0850-423C-B258-9EA8AF5C4864}" dt="2026-02-23T09:27:58.331" v="137" actId="1076"/>
          <ac:picMkLst>
            <pc:docMk/>
            <pc:sldMk cId="835709356" sldId="340"/>
            <ac:picMk id="5" creationId="{EECE9715-33CF-EBBC-BDE2-8869F06E7103}"/>
          </ac:picMkLst>
        </pc:picChg>
      </pc:sldChg>
      <pc:sldChg chg="addSp delSp modSp add mod">
        <pc:chgData name="Parthasarathy V" userId="586d92bdc001db83" providerId="LiveId" clId="{C83F55F6-0850-423C-B258-9EA8AF5C4864}" dt="2026-02-23T09:31:00.515" v="141" actId="1076"/>
        <pc:sldMkLst>
          <pc:docMk/>
          <pc:sldMk cId="2661818161" sldId="341"/>
        </pc:sldMkLst>
        <pc:picChg chg="add mod">
          <ac:chgData name="Parthasarathy V" userId="586d92bdc001db83" providerId="LiveId" clId="{C83F55F6-0850-423C-B258-9EA8AF5C4864}" dt="2026-02-23T09:31:00.515" v="141" actId="1076"/>
          <ac:picMkLst>
            <pc:docMk/>
            <pc:sldMk cId="2661818161" sldId="341"/>
            <ac:picMk id="3" creationId="{C90F688A-0F7B-1CBC-F151-23D9074097F4}"/>
          </ac:picMkLst>
        </pc:picChg>
        <pc:picChg chg="del">
          <ac:chgData name="Parthasarathy V" userId="586d92bdc001db83" providerId="LiveId" clId="{C83F55F6-0850-423C-B258-9EA8AF5C4864}" dt="2026-02-23T09:30:15.168" v="139" actId="478"/>
          <ac:picMkLst>
            <pc:docMk/>
            <pc:sldMk cId="2661818161" sldId="341"/>
            <ac:picMk id="5" creationId="{9101F7FA-4772-0DA4-8809-C688699835B1}"/>
          </ac:picMkLst>
        </pc:picChg>
      </pc:sldChg>
      <pc:sldChg chg="add">
        <pc:chgData name="Parthasarathy V" userId="586d92bdc001db83" providerId="LiveId" clId="{C83F55F6-0850-423C-B258-9EA8AF5C4864}" dt="2026-02-23T10:57:14.009" v="142"/>
        <pc:sldMkLst>
          <pc:docMk/>
          <pc:sldMk cId="3135453707" sldId="342"/>
        </pc:sldMkLst>
      </pc:sldChg>
      <pc:sldChg chg="addSp delSp modSp add mod">
        <pc:chgData name="Parthasarathy V" userId="586d92bdc001db83" providerId="LiveId" clId="{C83F55F6-0850-423C-B258-9EA8AF5C4864}" dt="2026-02-23T11:00:42.793" v="150" actId="1076"/>
        <pc:sldMkLst>
          <pc:docMk/>
          <pc:sldMk cId="3025188860" sldId="343"/>
        </pc:sldMkLst>
        <pc:picChg chg="del">
          <ac:chgData name="Parthasarathy V" userId="586d92bdc001db83" providerId="LiveId" clId="{C83F55F6-0850-423C-B258-9EA8AF5C4864}" dt="2026-02-23T11:00:08.862" v="146" actId="478"/>
          <ac:picMkLst>
            <pc:docMk/>
            <pc:sldMk cId="3025188860" sldId="343"/>
            <ac:picMk id="3" creationId="{7A2DB3B8-10FD-F47A-C6CD-1E8BD9A7AF9E}"/>
          </ac:picMkLst>
        </pc:picChg>
        <pc:picChg chg="add mod">
          <ac:chgData name="Parthasarathy V" userId="586d92bdc001db83" providerId="LiveId" clId="{C83F55F6-0850-423C-B258-9EA8AF5C4864}" dt="2026-02-23T11:00:42.793" v="150" actId="1076"/>
          <ac:picMkLst>
            <pc:docMk/>
            <pc:sldMk cId="3025188860" sldId="343"/>
            <ac:picMk id="5" creationId="{7C61E5F3-96E0-698F-34D0-08328C0D4E57}"/>
          </ac:picMkLst>
        </pc:picChg>
      </pc:sldChg>
      <pc:sldChg chg="addSp delSp modSp add mod">
        <pc:chgData name="Parthasarathy V" userId="586d92bdc001db83" providerId="LiveId" clId="{C83F55F6-0850-423C-B258-9EA8AF5C4864}" dt="2026-02-23T11:01:16.336" v="152" actId="1076"/>
        <pc:sldMkLst>
          <pc:docMk/>
          <pc:sldMk cId="1947130779" sldId="344"/>
        </pc:sldMkLst>
        <pc:picChg chg="del">
          <ac:chgData name="Parthasarathy V" userId="586d92bdc001db83" providerId="LiveId" clId="{C83F55F6-0850-423C-B258-9EA8AF5C4864}" dt="2026-02-23T11:00:12.997" v="147" actId="478"/>
          <ac:picMkLst>
            <pc:docMk/>
            <pc:sldMk cId="1947130779" sldId="344"/>
            <ac:picMk id="3" creationId="{D2BF66C4-B360-6688-376C-09B2B31B25F6}"/>
          </ac:picMkLst>
        </pc:picChg>
        <pc:picChg chg="add mod">
          <ac:chgData name="Parthasarathy V" userId="586d92bdc001db83" providerId="LiveId" clId="{C83F55F6-0850-423C-B258-9EA8AF5C4864}" dt="2026-02-23T11:01:16.336" v="152" actId="1076"/>
          <ac:picMkLst>
            <pc:docMk/>
            <pc:sldMk cId="1947130779" sldId="344"/>
            <ac:picMk id="5" creationId="{02DD0F12-9D42-F983-2854-78C679F10CC7}"/>
          </ac:picMkLst>
        </pc:picChg>
      </pc:sldChg>
      <pc:sldChg chg="addSp delSp modSp add mod">
        <pc:chgData name="Parthasarathy V" userId="586d92bdc001db83" providerId="LiveId" clId="{C83F55F6-0850-423C-B258-9EA8AF5C4864}" dt="2026-02-23T11:01:46.409" v="154" actId="1076"/>
        <pc:sldMkLst>
          <pc:docMk/>
          <pc:sldMk cId="3202549139" sldId="345"/>
        </pc:sldMkLst>
        <pc:picChg chg="del">
          <ac:chgData name="Parthasarathy V" userId="586d92bdc001db83" providerId="LiveId" clId="{C83F55F6-0850-423C-B258-9EA8AF5C4864}" dt="2026-02-23T11:00:16.495" v="148" actId="478"/>
          <ac:picMkLst>
            <pc:docMk/>
            <pc:sldMk cId="3202549139" sldId="345"/>
            <ac:picMk id="3" creationId="{BFCEA47A-75CB-B891-F3A3-5DAED8830677}"/>
          </ac:picMkLst>
        </pc:picChg>
        <pc:picChg chg="add mod">
          <ac:chgData name="Parthasarathy V" userId="586d92bdc001db83" providerId="LiveId" clId="{C83F55F6-0850-423C-B258-9EA8AF5C4864}" dt="2026-02-23T11:01:46.409" v="154" actId="1076"/>
          <ac:picMkLst>
            <pc:docMk/>
            <pc:sldMk cId="3202549139" sldId="345"/>
            <ac:picMk id="5" creationId="{B9C146D3-EA79-AA56-74C3-8E166E5EED5C}"/>
          </ac:picMkLst>
        </pc:picChg>
      </pc:sldChg>
      <pc:sldChg chg="add">
        <pc:chgData name="Parthasarathy V" userId="586d92bdc001db83" providerId="LiveId" clId="{C83F55F6-0850-423C-B258-9EA8AF5C4864}" dt="2026-02-23T11:04:02.681" v="155"/>
        <pc:sldMkLst>
          <pc:docMk/>
          <pc:sldMk cId="2903897472" sldId="346"/>
        </pc:sldMkLst>
      </pc:sldChg>
      <pc:sldChg chg="addSp delSp modSp add mod">
        <pc:chgData name="Parthasarathy V" userId="586d92bdc001db83" providerId="LiveId" clId="{C83F55F6-0850-423C-B258-9EA8AF5C4864}" dt="2026-02-23T11:11:43.974" v="163" actId="1076"/>
        <pc:sldMkLst>
          <pc:docMk/>
          <pc:sldMk cId="2132974085" sldId="347"/>
        </pc:sldMkLst>
        <pc:picChg chg="add mod">
          <ac:chgData name="Parthasarathy V" userId="586d92bdc001db83" providerId="LiveId" clId="{C83F55F6-0850-423C-B258-9EA8AF5C4864}" dt="2026-02-23T11:11:43.974" v="163" actId="1076"/>
          <ac:picMkLst>
            <pc:docMk/>
            <pc:sldMk cId="2132974085" sldId="347"/>
            <ac:picMk id="3" creationId="{2C45A188-DA6B-085E-49D7-F6928A107D95}"/>
          </ac:picMkLst>
        </pc:picChg>
        <pc:picChg chg="del">
          <ac:chgData name="Parthasarathy V" userId="586d92bdc001db83" providerId="LiveId" clId="{C83F55F6-0850-423C-B258-9EA8AF5C4864}" dt="2026-02-23T11:07:27.709" v="161" actId="478"/>
          <ac:picMkLst>
            <pc:docMk/>
            <pc:sldMk cId="2132974085" sldId="347"/>
            <ac:picMk id="5" creationId="{91748C8E-2452-B3D9-09F5-E0BBD9C6FDF5}"/>
          </ac:picMkLst>
        </pc:picChg>
      </pc:sldChg>
      <pc:sldChg chg="addSp delSp modSp add mod">
        <pc:chgData name="Parthasarathy V" userId="586d92bdc001db83" providerId="LiveId" clId="{C83F55F6-0850-423C-B258-9EA8AF5C4864}" dt="2026-02-23T11:12:22.291" v="165" actId="1076"/>
        <pc:sldMkLst>
          <pc:docMk/>
          <pc:sldMk cId="2660220224" sldId="348"/>
        </pc:sldMkLst>
        <pc:picChg chg="add mod">
          <ac:chgData name="Parthasarathy V" userId="586d92bdc001db83" providerId="LiveId" clId="{C83F55F6-0850-423C-B258-9EA8AF5C4864}" dt="2026-02-23T11:12:22.291" v="165" actId="1076"/>
          <ac:picMkLst>
            <pc:docMk/>
            <pc:sldMk cId="2660220224" sldId="348"/>
            <ac:picMk id="3" creationId="{C3AE9834-F391-9F60-B500-A8FBE62E3C23}"/>
          </ac:picMkLst>
        </pc:picChg>
        <pc:picChg chg="del">
          <ac:chgData name="Parthasarathy V" userId="586d92bdc001db83" providerId="LiveId" clId="{C83F55F6-0850-423C-B258-9EA8AF5C4864}" dt="2026-02-23T11:07:23.454" v="160" actId="478"/>
          <ac:picMkLst>
            <pc:docMk/>
            <pc:sldMk cId="2660220224" sldId="348"/>
            <ac:picMk id="5" creationId="{6D79D04D-1B9D-5790-E857-F537DA3D27BA}"/>
          </ac:picMkLst>
        </pc:picChg>
      </pc:sldChg>
      <pc:sldChg chg="addSp delSp modSp add mod">
        <pc:chgData name="Parthasarathy V" userId="586d92bdc001db83" providerId="LiveId" clId="{C83F55F6-0850-423C-B258-9EA8AF5C4864}" dt="2026-02-23T11:12:48.571" v="167" actId="1076"/>
        <pc:sldMkLst>
          <pc:docMk/>
          <pc:sldMk cId="1845721701" sldId="349"/>
        </pc:sldMkLst>
        <pc:picChg chg="add mod">
          <ac:chgData name="Parthasarathy V" userId="586d92bdc001db83" providerId="LiveId" clId="{C83F55F6-0850-423C-B258-9EA8AF5C4864}" dt="2026-02-23T11:12:48.571" v="167" actId="1076"/>
          <ac:picMkLst>
            <pc:docMk/>
            <pc:sldMk cId="1845721701" sldId="349"/>
            <ac:picMk id="3" creationId="{9BC5420A-1F12-F83F-9535-B3D050522B99}"/>
          </ac:picMkLst>
        </pc:picChg>
        <pc:picChg chg="del">
          <ac:chgData name="Parthasarathy V" userId="586d92bdc001db83" providerId="LiveId" clId="{C83F55F6-0850-423C-B258-9EA8AF5C4864}" dt="2026-02-23T11:07:19.003" v="159" actId="478"/>
          <ac:picMkLst>
            <pc:docMk/>
            <pc:sldMk cId="1845721701" sldId="349"/>
            <ac:picMk id="5" creationId="{227AC0C1-EA76-AF0B-838E-4AC42E548F10}"/>
          </ac:picMkLst>
        </pc:picChg>
      </pc:sldChg>
      <pc:sldChg chg="add">
        <pc:chgData name="Parthasarathy V" userId="586d92bdc001db83" providerId="LiveId" clId="{C83F55F6-0850-423C-B258-9EA8AF5C4864}" dt="2026-02-23T11:13:27.997" v="168"/>
        <pc:sldMkLst>
          <pc:docMk/>
          <pc:sldMk cId="729047613" sldId="350"/>
        </pc:sldMkLst>
      </pc:sldChg>
      <pc:sldChg chg="addSp delSp modSp add mod">
        <pc:chgData name="Parthasarathy V" userId="586d92bdc001db83" providerId="LiveId" clId="{C83F55F6-0850-423C-B258-9EA8AF5C4864}" dt="2026-02-23T11:18:08.878" v="230" actId="1076"/>
        <pc:sldMkLst>
          <pc:docMk/>
          <pc:sldMk cId="1251026123" sldId="351"/>
        </pc:sldMkLst>
        <pc:picChg chg="del">
          <ac:chgData name="Parthasarathy V" userId="586d92bdc001db83" providerId="LiveId" clId="{C83F55F6-0850-423C-B258-9EA8AF5C4864}" dt="2026-02-23T11:17:46.942" v="228" actId="478"/>
          <ac:picMkLst>
            <pc:docMk/>
            <pc:sldMk cId="1251026123" sldId="351"/>
            <ac:picMk id="3" creationId="{DA99121A-7F33-2522-8B4B-854433029132}"/>
          </ac:picMkLst>
        </pc:picChg>
        <pc:picChg chg="add mod">
          <ac:chgData name="Parthasarathy V" userId="586d92bdc001db83" providerId="LiveId" clId="{C83F55F6-0850-423C-B258-9EA8AF5C4864}" dt="2026-02-23T11:18:08.878" v="230" actId="1076"/>
          <ac:picMkLst>
            <pc:docMk/>
            <pc:sldMk cId="1251026123" sldId="351"/>
            <ac:picMk id="5" creationId="{842B8F6F-B9B0-186C-C496-A67C23BC716B}"/>
          </ac:picMkLst>
        </pc:picChg>
      </pc:sldChg>
      <pc:sldChg chg="addSp delSp modSp add mod">
        <pc:chgData name="Parthasarathy V" userId="586d92bdc001db83" providerId="LiveId" clId="{C83F55F6-0850-423C-B258-9EA8AF5C4864}" dt="2026-02-23T11:18:47.271" v="235" actId="1076"/>
        <pc:sldMkLst>
          <pc:docMk/>
          <pc:sldMk cId="3767735218" sldId="352"/>
        </pc:sldMkLst>
        <pc:picChg chg="add mod">
          <ac:chgData name="Parthasarathy V" userId="586d92bdc001db83" providerId="LiveId" clId="{C83F55F6-0850-423C-B258-9EA8AF5C4864}" dt="2026-02-23T11:18:47.271" v="235" actId="1076"/>
          <ac:picMkLst>
            <pc:docMk/>
            <pc:sldMk cId="3767735218" sldId="352"/>
            <ac:picMk id="3" creationId="{EB15E34E-4949-6A03-88A7-22018EF4CCEF}"/>
          </ac:picMkLst>
        </pc:picChg>
        <pc:picChg chg="del">
          <ac:chgData name="Parthasarathy V" userId="586d92bdc001db83" providerId="LiveId" clId="{C83F55F6-0850-423C-B258-9EA8AF5C4864}" dt="2026-02-23T11:18:22.484" v="233" actId="478"/>
          <ac:picMkLst>
            <pc:docMk/>
            <pc:sldMk cId="3767735218" sldId="352"/>
            <ac:picMk id="5" creationId="{707E1A98-1603-EF74-C20F-359591618938}"/>
          </ac:picMkLst>
        </pc:picChg>
      </pc:sldChg>
      <pc:sldChg chg="addSp delSp modSp add mod">
        <pc:chgData name="Parthasarathy V" userId="586d92bdc001db83" providerId="LiveId" clId="{C83F55F6-0850-423C-B258-9EA8AF5C4864}" dt="2026-02-23T11:19:26.711" v="238" actId="1076"/>
        <pc:sldMkLst>
          <pc:docMk/>
          <pc:sldMk cId="3946874755" sldId="353"/>
        </pc:sldMkLst>
        <pc:picChg chg="add mod">
          <ac:chgData name="Parthasarathy V" userId="586d92bdc001db83" providerId="LiveId" clId="{C83F55F6-0850-423C-B258-9EA8AF5C4864}" dt="2026-02-23T11:19:26.711" v="238" actId="1076"/>
          <ac:picMkLst>
            <pc:docMk/>
            <pc:sldMk cId="3946874755" sldId="353"/>
            <ac:picMk id="3" creationId="{C07AC6F5-76E2-1D44-C8A0-C1F758F0714D}"/>
          </ac:picMkLst>
        </pc:picChg>
        <pc:picChg chg="del">
          <ac:chgData name="Parthasarathy V" userId="586d92bdc001db83" providerId="LiveId" clId="{C83F55F6-0850-423C-B258-9EA8AF5C4864}" dt="2026-02-23T11:18:51.252" v="236" actId="478"/>
          <ac:picMkLst>
            <pc:docMk/>
            <pc:sldMk cId="3946874755" sldId="353"/>
            <ac:picMk id="5" creationId="{CB08C269-6A6A-1D93-5A08-E3A3A0AEDD8E}"/>
          </ac:picMkLst>
        </pc:picChg>
      </pc:sldChg>
      <pc:sldChg chg="add">
        <pc:chgData name="Parthasarathy V" userId="586d92bdc001db83" providerId="LiveId" clId="{C83F55F6-0850-423C-B258-9EA8AF5C4864}" dt="2026-02-23T11:22:25.041" v="239"/>
        <pc:sldMkLst>
          <pc:docMk/>
          <pc:sldMk cId="3049516539" sldId="354"/>
        </pc:sldMkLst>
      </pc:sldChg>
      <pc:sldChg chg="addSp delSp modSp add mod">
        <pc:chgData name="Parthasarathy V" userId="586d92bdc001db83" providerId="LiveId" clId="{C83F55F6-0850-423C-B258-9EA8AF5C4864}" dt="2026-02-23T11:25:11.732" v="251"/>
        <pc:sldMkLst>
          <pc:docMk/>
          <pc:sldMk cId="3767310229" sldId="355"/>
        </pc:sldMkLst>
        <pc:picChg chg="del">
          <ac:chgData name="Parthasarathy V" userId="586d92bdc001db83" providerId="LiveId" clId="{C83F55F6-0850-423C-B258-9EA8AF5C4864}" dt="2026-02-23T11:24:35.848" v="243" actId="478"/>
          <ac:picMkLst>
            <pc:docMk/>
            <pc:sldMk cId="3767310229" sldId="355"/>
            <ac:picMk id="3" creationId="{ED5F485C-74E8-3FB5-E4CF-44ED10CC3196}"/>
          </ac:picMkLst>
        </pc:picChg>
        <pc:picChg chg="add mod">
          <ac:chgData name="Parthasarathy V" userId="586d92bdc001db83" providerId="LiveId" clId="{C83F55F6-0850-423C-B258-9EA8AF5C4864}" dt="2026-02-23T11:25:11.732" v="251"/>
          <ac:picMkLst>
            <pc:docMk/>
            <pc:sldMk cId="3767310229" sldId="355"/>
            <ac:picMk id="5" creationId="{9C0D6B7E-BEF8-690F-A5BB-BDF0E88A1629}"/>
          </ac:picMkLst>
        </pc:picChg>
      </pc:sldChg>
      <pc:sldChg chg="addSp delSp modSp add mod">
        <pc:chgData name="Parthasarathy V" userId="586d92bdc001db83" providerId="LiveId" clId="{C83F55F6-0850-423C-B258-9EA8AF5C4864}" dt="2026-02-23T11:25:44.010" v="253" actId="1076"/>
        <pc:sldMkLst>
          <pc:docMk/>
          <pc:sldMk cId="2470627633" sldId="356"/>
        </pc:sldMkLst>
        <pc:picChg chg="del">
          <ac:chgData name="Parthasarathy V" userId="586d92bdc001db83" providerId="LiveId" clId="{C83F55F6-0850-423C-B258-9EA8AF5C4864}" dt="2026-02-23T11:24:39.464" v="244" actId="478"/>
          <ac:picMkLst>
            <pc:docMk/>
            <pc:sldMk cId="2470627633" sldId="356"/>
            <ac:picMk id="3" creationId="{82764ECB-CFDB-5654-279F-C111C536CA22}"/>
          </ac:picMkLst>
        </pc:picChg>
        <pc:picChg chg="add mod">
          <ac:chgData name="Parthasarathy V" userId="586d92bdc001db83" providerId="LiveId" clId="{C83F55F6-0850-423C-B258-9EA8AF5C4864}" dt="2026-02-23T11:25:44.010" v="253" actId="1076"/>
          <ac:picMkLst>
            <pc:docMk/>
            <pc:sldMk cId="2470627633" sldId="356"/>
            <ac:picMk id="5" creationId="{5A9F5BE6-F4C7-E787-ABEC-7489B14BF58E}"/>
          </ac:picMkLst>
        </pc:picChg>
      </pc:sldChg>
      <pc:sldChg chg="addSp delSp modSp add mod">
        <pc:chgData name="Parthasarathy V" userId="586d92bdc001db83" providerId="LiveId" clId="{C83F55F6-0850-423C-B258-9EA8AF5C4864}" dt="2026-02-23T11:26:21.320" v="256" actId="1076"/>
        <pc:sldMkLst>
          <pc:docMk/>
          <pc:sldMk cId="2503698467" sldId="357"/>
        </pc:sldMkLst>
        <pc:picChg chg="del">
          <ac:chgData name="Parthasarathy V" userId="586d92bdc001db83" providerId="LiveId" clId="{C83F55F6-0850-423C-B258-9EA8AF5C4864}" dt="2026-02-23T11:24:43.336" v="245" actId="478"/>
          <ac:picMkLst>
            <pc:docMk/>
            <pc:sldMk cId="2503698467" sldId="357"/>
            <ac:picMk id="3" creationId="{04D74F5C-40F4-C682-111C-F8B21C6CE49F}"/>
          </ac:picMkLst>
        </pc:picChg>
        <pc:picChg chg="add del mod">
          <ac:chgData name="Parthasarathy V" userId="586d92bdc001db83" providerId="LiveId" clId="{C83F55F6-0850-423C-B258-9EA8AF5C4864}" dt="2026-02-23T11:25:08.761" v="250" actId="21"/>
          <ac:picMkLst>
            <pc:docMk/>
            <pc:sldMk cId="2503698467" sldId="357"/>
            <ac:picMk id="5" creationId="{9C0D6B7E-BEF8-690F-A5BB-BDF0E88A1629}"/>
          </ac:picMkLst>
        </pc:picChg>
        <pc:picChg chg="add mod">
          <ac:chgData name="Parthasarathy V" userId="586d92bdc001db83" providerId="LiveId" clId="{C83F55F6-0850-423C-B258-9EA8AF5C4864}" dt="2026-02-23T11:26:21.320" v="256" actId="1076"/>
          <ac:picMkLst>
            <pc:docMk/>
            <pc:sldMk cId="2503698467" sldId="357"/>
            <ac:picMk id="7" creationId="{9C958126-FDAC-8CE3-C040-432BDFFE18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66839-F553-5F8C-614D-47551A86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5A82B-EACD-CC8F-5875-453CD1CB2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5022C-C597-6F25-6110-C16C0453C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03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A23A1-97D8-2DCA-BD99-2C600B14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427D9-89F0-50D6-3FF8-9D3DBE116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7AA92-C03B-42B8-5FAD-64DAE52E6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35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111F-D3DE-32B6-B69C-9DE9DF86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522BE-56E7-4D9E-1737-DFE423D96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11D5B-302F-A276-F437-A8DFF0261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764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ECD28-FCD8-9010-1A5B-4D8535E03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B8F5B-4E89-EEFF-A81A-4CC3538BA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B7362-2BE6-4E72-B60D-27EBBE434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126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B7BD-7580-8812-E989-923AF7D5C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F7FAF-25C1-7C5A-CF65-E8FED55E4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74CD3-0661-9995-F069-C3CFD1376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186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82EC-07DE-6DA1-4D4D-4F73B7C6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05C25-3ED3-0E4F-042E-D152CDB45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D8D3A-C04B-02FA-51ED-83F583BE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061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7A61-D2E9-7E16-E8FA-0A446FB62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689AA-C4CF-721C-F415-49557E36B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362DB-7ADD-0AC4-B180-097CCF402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891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C9D3-D3B0-DE0D-EAFB-B965AEC1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3437F-BB4F-6951-1E0F-83A4DAA9B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9E03B-0589-B995-6F9B-AA1C54204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820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883F-CE02-A652-5C35-B285AFB2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8E8B1-EBBB-D29F-401F-BE879EEAF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22C68-FCEA-1C38-0309-93A8F5A0F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96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8993-0AA8-63A3-FFE2-E7995E75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C329A-F3AC-19ED-EDD9-16BA06372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7B20E-B0E8-0570-CC9C-E3B7660F9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314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27DE-362D-A18C-3896-267B1CC9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62A5E-4001-BEBD-86FA-08D3CF761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B461B-2B71-BE4E-81F1-0378D893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34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81BB3-E930-05E4-AC22-D775A115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993C3-AF3B-AEF9-DF8C-60930299F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B3E06-AF41-81D5-6216-29819B0C0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09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3A53C-4627-4AEC-A5B5-2A9479A2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7F69F-0D22-093A-4419-EE793C099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075EB-8AD1-9B48-32BD-F928253B7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254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B151-20E7-A0B4-F34C-FEAEB9246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5A31F-8091-8619-7096-7DD7FD5CB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10235-AEC5-F629-9938-C268E91E8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940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4A2A-8394-C426-2444-AAFA2F44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92D3D-7BD6-2A36-CEDF-355996171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6AD0D-022C-6EB0-2E39-E88CAA450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259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C9B2-0F39-B4C4-D09F-3BEB76C4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CB0CB-70C8-A7CF-849C-9807EDEB7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005B2-E7C0-1332-C999-C03B5EDE3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8360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24D69-25C0-8E61-75F8-3F7E225D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48520-7B08-6001-9736-FB289D815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D2425-730F-BB67-6D8A-D6C901AC5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663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E6CC-E8B7-B23B-3199-DBBE6AFC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19F80-C4A4-97A8-D816-6FB03AEF1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81DE9-94A8-A611-A65F-E1E3C3282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059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FD30-9EE0-6C6E-6E15-C618712C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7ED30-DA65-5531-BE8C-2313BDA5C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95D9C-9190-8439-7C10-9206FEAF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034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B874-E1C0-049C-AE4A-5B28B6B4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B032D-65B4-8C98-C7DB-862CDF957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83891-99C5-C137-9AA0-8123604CC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8817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79B7-D689-9604-F8E9-6F7CFFAC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0DF04-0B08-76A1-59B2-C3C2043AF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25B09-645A-BD55-80AA-CDD2A7A14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990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4323-6F61-648E-B43C-8FB47DAD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12F6D-00E3-4C81-DEE2-C9339A9C0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5993F-B435-E9CA-0787-6E74E96DF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089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7197-0493-6061-B33C-4546DEA5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65384-3523-0705-349A-5C11FC0B7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3F22D-AC69-276E-2C58-83AF16732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67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00395-2B9F-EE5F-ADC4-6F2D47C0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F253B-20A9-8D43-0F59-5CC0968E3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BB4EA-B391-54C8-8E02-7144904DC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2971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9C46-5EEB-CCF3-9780-5040E505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C0548-349A-83E2-0186-F3501F2F5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AC2B7-CB12-6297-9FE7-D0692BE55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785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AF04-2949-BDF2-D232-2E8480B0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D04D6-F2D8-4616-99E0-0ECD79938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00508-2780-B87C-4037-B8D58180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343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0722-11D6-E15A-36B8-9EDB822F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5F29A-EB74-0AF7-EA2D-CE5B8A713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1237E-48BE-C988-C112-8F98A0E87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5567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8E5D4-E3FA-DD97-2BF5-3F5E6EA9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67D2B-2B82-99D2-888B-7F1D49467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20AF4-C74F-76F0-69E6-39CA16A73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5473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7A267-D6A9-153A-23CF-C0A20F8A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8F745-A8F2-AA2F-B565-CC6B5C6DD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B52BF-42C7-A4EA-CEFB-724AB0662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6660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06B23-2F4A-D41B-AC27-C83EF54B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B98B7-2E55-0694-D30E-14A0334E1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AE373-E43F-BA51-D38E-6056D3DAF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2209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3B8E6-05BA-C3B6-A84F-4BD56F74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C64BE-A34A-4ACF-9E5D-5F002820F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74BAE-8BE0-F2CC-9170-A2C2B340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291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90B6-CB38-CBA6-ADF1-558EC6645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94630-B37E-1B5D-1BC5-9A66B7946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9C3E4-1F3E-FEC8-0A30-3992981DE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3948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BB686-F6A9-BCF8-3221-156BB0F4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640AB-4049-14F3-0AAA-5DFD354D0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AF7DC-9342-ED9A-381F-A6ACB017F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926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292D0-CCDC-746B-DA94-C18B4195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26759-93EC-AD8D-8D3B-73230DAB6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97AAA-E5AE-4A77-6D7B-C535AD16F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3369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DD20-89D8-7F3F-362A-DF4F3392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9EBF4-D532-FA13-08A0-85504C73F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DABDA-9975-905F-C4AA-CFB6587F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7696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Advanced SQL </a:t>
            </a:r>
            <a:br>
              <a:rPr lang="en-US" dirty="0"/>
            </a:br>
            <a:r>
              <a:rPr lang="en-US" dirty="0"/>
              <a:t>Use Cases- LAB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Window Functions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BFFD9E-531D-0290-AF06-49F4130B5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65" y="1215198"/>
            <a:ext cx="7110076" cy="44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90C52-A6F9-9C92-BE13-65D24A9A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9DA0B-AB84-4392-F4D6-E4A153543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B0CD5-BFBB-DFEE-9275-39432746F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91" y="1346108"/>
            <a:ext cx="6607113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8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6BDC-74F1-63E1-92EB-C7039901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A924A-F901-0FCD-34F5-C13240137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48D25-7514-9526-CF76-B0200EDD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18" y="738907"/>
            <a:ext cx="6645216" cy="53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0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2D06D-6B0B-F91B-FA42-55AF8C19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2B7E7-12C7-893F-CEEB-59A506B34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AE7B5-3E22-3225-94D2-F1C4E95FE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03" y="1325697"/>
            <a:ext cx="6744284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A6E70-8687-8618-4DFB-C15D384E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BF25D-064A-0BCF-FDB9-165988920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0B7DA-E144-C01B-8A29-81C63572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85" y="1445550"/>
            <a:ext cx="6607113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6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5553-71CD-5657-0E79-65998F3A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B4879-8203-E1AB-39A4-3EA156ED5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23CC3-8EEE-6BDE-1754-873CCF7F0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09" y="692943"/>
            <a:ext cx="6675698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E15D-72FE-41B7-F173-2B94F354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F16C7-7EF1-0B25-87D1-D1D2A3E4E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33C61-CEE9-9C9D-F59D-C8487D8DC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67" y="1041282"/>
            <a:ext cx="6713802" cy="46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2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B118-9C5F-21D5-D767-4DB37138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B68B3-D942-DEEB-19F1-2FF0FBDA4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5B7A3-ECF7-4104-78A4-E2CBC8903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0" y="117987"/>
            <a:ext cx="6645216" cy="4625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0D0393-7E47-7D28-855F-A83277C0C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0" y="4961229"/>
            <a:ext cx="5989839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8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1A8A-A349-BC7C-14D6-200A9C59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E003-F8AA-8A63-7ECE-47242FC0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Common table expression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0C80CC0F-D1F7-965F-1314-8C4C1194A47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544660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84FA-6E34-A927-0669-45FB6728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CBECF-0D07-30C8-51A2-59C7194D6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9279D-58DF-3CE5-0942-30A4A0186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3" y="1896154"/>
            <a:ext cx="6492803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4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5461-8AA1-2DBB-DA66-C6B913F6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CA6E0-83E2-4448-B489-880454C95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5FE05B-6C3E-DC5D-623B-8284D2419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56" y="2050167"/>
            <a:ext cx="6683319" cy="242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04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5B1E-9EF4-DADB-AFC9-5A14DC7F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2BF0A-823E-DAC0-D618-8F4A26838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03C532-0079-52B6-3E28-C1738B480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82" y="2209694"/>
            <a:ext cx="6637595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95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E3531-D31E-8791-0F2D-3B40E25C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DBDD-47B2-DAAA-681C-94829C3B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Apply Operator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AE281614-BFEB-A703-5B8D-9E735CE2989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3905287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A167-E166-B191-7A9C-809C2613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01D92-7844-C862-C626-F5A3869BE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09154-5001-B716-D3C3-F09216259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03" y="2148729"/>
            <a:ext cx="6744284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66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CBB8-D9D6-6EC8-D2CB-B49E2CF6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57505-6895-01E1-F9B5-66546542E1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251764-B1B7-812B-35F5-57B812802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11" y="1862954"/>
            <a:ext cx="6645216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62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C3BB-5A18-594F-4DB8-26FB4561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8660A-D5FB-D027-E5BF-6D15411A3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4D059-80C6-0D80-C008-1B0EFC4B8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27" y="1921840"/>
            <a:ext cx="6797629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70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1CA73-473D-8A6F-394C-5D2298FA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5F8C-9DF6-F372-DEFA-24E99625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GROUPING SETS, CUBE, and ROLLUP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C6CBEBD9-C267-EC97-1B9C-6F5D991E87E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685386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8977-0D25-A139-BF79-35DEFE3E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764CE-9441-DD7E-2504-C508AE0CA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5F8903-CE5E-C2E8-811E-6F488B021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89" y="1763885"/>
            <a:ext cx="6797629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27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D2DE-0738-6B5D-51A6-01B32F84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7E6ED-A33C-9D1A-BF96-CE5AA370C2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E9715-33CF-EBBC-BDE2-8869F06E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4" y="1422688"/>
            <a:ext cx="6767146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09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4E22-F327-5A4D-5B29-2F203C85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8DB95-61A9-6713-BA4B-ECE103F10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F688A-0F7B-1CBC-F151-23D907409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7" y="1466573"/>
            <a:ext cx="6599492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18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4983-A8D7-CDF8-1273-70374C86B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1B3-7B7D-42ED-60A5-6AD5E326D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Stored procedures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926A4C1E-77A3-304B-CCAC-B8944B7E44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3135453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4B40-7408-3FB9-195B-59F2B4BF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45F6-8C9A-D764-34E4-78E34968B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1E5F3-96E0-698F-34D0-08328C0D4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77" y="1930448"/>
            <a:ext cx="6523285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88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152A-CEFE-8D28-851F-633CA4C1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4B6CA-C495-7F6A-2740-E5F190709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D0F12-9D42-F983-2854-78C679F10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93" y="1905373"/>
            <a:ext cx="6515665" cy="27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30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C840-0920-641A-70AD-E8E9F316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23449-2F8D-C017-C92E-BE77F46DC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146D3-EA79-AA56-74C3-8E166E5EE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69" y="2103005"/>
            <a:ext cx="6454699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49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5EEC-B892-63EB-A124-E5FB1C0F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FBC5-29C1-8821-91C7-9BCCCA86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User - defined functions 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0698EA19-42A9-312D-E420-535FF8261EF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3897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397A-256E-B351-7FC4-BC6B3F33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A7D51-BE43-80D4-98D1-FC5F6DFF4E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5A188-DA6B-085E-49D7-F6928A107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24" y="1540435"/>
            <a:ext cx="6721422" cy="3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74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0A4B-D1C0-4935-7B5D-2DA9CED3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D9FB6-97D0-DF43-4DEC-80AD54EB7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AE9834-F391-9F60-B500-A8FBE62E3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28" y="1266838"/>
            <a:ext cx="6629975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20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A4B1-360D-C087-D8ED-7A57A255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3D99F-1DC9-65FD-7B87-1B0CED063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C5420A-1F12-F83F-9535-B3D050522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4" y="1187433"/>
            <a:ext cx="6561389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1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9663-A302-3DA1-10DE-14F640CFD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C0EA-078F-B94B-3018-6FE09C88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Triggers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73F44276-C4BA-3546-2767-26A42BFF9A8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729047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B1759-92ED-5F31-0657-3FFABE06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72849-E828-B28A-C62D-EC22170DA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B8F6F-B9B0-186C-C496-A67C23BC7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54" y="1607182"/>
            <a:ext cx="6790008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26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D470-969E-3349-1B17-ED847793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D6D7A-C413-6B04-AC2C-F01D6A7B0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15E34E-4949-6A03-88A7-22018EF4C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2" y="1596124"/>
            <a:ext cx="6690940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35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A4DB-EC80-D94F-0F91-FC2BE89F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2CA2D-8F97-82D1-535C-D19FC9029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7AC6F5-76E2-1D44-C8A0-C1F758F0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13" y="1790558"/>
            <a:ext cx="6858594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74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2AE97-9F2A-ED47-3850-3C76B1AA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0E91-B3E2-B042-0A91-C835AB26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Dynamic SQL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77B3B349-FD64-84A0-5C1F-44D3EA21DDE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3049516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F824-EB50-E79B-E555-D4CE3996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D0CA0-07E2-BD3C-AD92-D53EA6131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D6B7E-BEF8-690F-A5BB-BDF0E88A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63" y="1802869"/>
            <a:ext cx="6591871" cy="28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10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3A690-16E4-8064-8C89-607B79F0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D67A8-4A04-C9EA-5E3D-7CF256179F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F5BE6-F4C7-E787-ABEC-7489B14BF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22" y="1946302"/>
            <a:ext cx="6629975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276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D08F-F6E7-0B49-C754-F76CDD06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F435B-C0DC-6E51-1823-C3D9D914C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58126-FDAC-8CE3-C040-432BDFFE1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99" y="1913234"/>
            <a:ext cx="6706181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98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Parthasarathy Varatharajan</a:t>
            </a:r>
          </a:p>
          <a:p>
            <a:r>
              <a:rPr lang="en-US" dirty="0"/>
              <a:t>Sr Technical Architect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{9BB58506-7864-4D2D-A385-95D95E621158}TF8a9b5915-b8c7-461e-8cdd-693d48b5e32371f7b7e2_win32-4bf0b9a2ea37</Template>
  <TotalTime>261</TotalTime>
  <Words>67</Words>
  <Application>Microsoft Office PowerPoint</Application>
  <PresentationFormat>Widescreen</PresentationFormat>
  <Paragraphs>41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Arial Black</vt:lpstr>
      <vt:lpstr>Calibri</vt:lpstr>
      <vt:lpstr>Sabon Next LT</vt:lpstr>
      <vt:lpstr>Custom</vt:lpstr>
      <vt:lpstr>Advanced SQL  Use Cases- LAB </vt:lpstr>
      <vt:lpstr>Window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table expression</vt:lpstr>
      <vt:lpstr>PowerPoint Presentation</vt:lpstr>
      <vt:lpstr>PowerPoint Presentation</vt:lpstr>
      <vt:lpstr>PowerPoint Presentation</vt:lpstr>
      <vt:lpstr>Apply Operator</vt:lpstr>
      <vt:lpstr>PowerPoint Presentation</vt:lpstr>
      <vt:lpstr>PowerPoint Presentation</vt:lpstr>
      <vt:lpstr>PowerPoint Presentation</vt:lpstr>
      <vt:lpstr>GROUPING SETS, CUBE, and ROLLUP</vt:lpstr>
      <vt:lpstr>PowerPoint Presentation</vt:lpstr>
      <vt:lpstr>PowerPoint Presentation</vt:lpstr>
      <vt:lpstr>PowerPoint Presentation</vt:lpstr>
      <vt:lpstr>Stored procedures</vt:lpstr>
      <vt:lpstr>PowerPoint Presentation</vt:lpstr>
      <vt:lpstr>PowerPoint Presentation</vt:lpstr>
      <vt:lpstr>PowerPoint Presentation</vt:lpstr>
      <vt:lpstr>User - defined functions </vt:lpstr>
      <vt:lpstr>PowerPoint Presentation</vt:lpstr>
      <vt:lpstr>PowerPoint Presentation</vt:lpstr>
      <vt:lpstr>PowerPoint Presentation</vt:lpstr>
      <vt:lpstr>Triggers</vt:lpstr>
      <vt:lpstr>PowerPoint Presentation</vt:lpstr>
      <vt:lpstr>PowerPoint Presentation</vt:lpstr>
      <vt:lpstr>PowerPoint Presentation</vt:lpstr>
      <vt:lpstr>Dynamic SQL</vt:lpstr>
      <vt:lpstr>PowerPoint Presentation</vt:lpstr>
      <vt:lpstr>PowerPoint Presentation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Parthasarathy V</dc:creator>
  <cp:lastModifiedBy>Parthasarathy V</cp:lastModifiedBy>
  <cp:revision>1</cp:revision>
  <dcterms:created xsi:type="dcterms:W3CDTF">2026-02-23T05:39:13Z</dcterms:created>
  <dcterms:modified xsi:type="dcterms:W3CDTF">2026-02-23T11:26:22Z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